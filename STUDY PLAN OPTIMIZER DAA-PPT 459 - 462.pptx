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39257"/>
            <a:ext cx="5898630" cy="480373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1"/>
            <a:ext cx="12192000" cy="478403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C7B0B-C375-9D64-1424-3B07B71AF1F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6205927" y="4939715"/>
            <a:ext cx="4420031" cy="479458"/>
          </a:xfrm>
        </p:spPr>
        <p:txBody>
          <a:bodyPr anchor="t"/>
          <a:lstStyle>
            <a:lvl1pPr>
              <a:defRPr sz="1400"/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9117021-C08A-0E4F-5F64-FC1A870E481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2" y="4939257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001D668-DD9C-F5B4-B191-51BDD0B3082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09A08CF-24F0-EC7D-277D-CB831E7E7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9847" y="5718869"/>
            <a:ext cx="5916168" cy="1143000"/>
          </a:xfrm>
        </p:spPr>
        <p:txBody>
          <a:bodyPr anchor="b">
            <a:normAutofit/>
          </a:bodyPr>
          <a:lstStyle>
            <a:lvl1pPr>
              <a:lnSpc>
                <a:spcPct val="60000"/>
              </a:lnSpc>
              <a:defRPr sz="5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485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B406F310-2B8D-3C32-560C-686817E6B4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6249" y="1012175"/>
            <a:ext cx="11113008" cy="84979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4FD1A6D-2D8E-1FD1-C1AC-CB5E9D5A15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42375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ADE430-EE65-B675-F031-7651DE9D6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05BC9-1670-00D4-5A66-F52444DA9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3959" y="104649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2115542"/>
            <a:ext cx="11013670" cy="44515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8164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5457214"/>
            <a:ext cx="4206240" cy="1380744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9134185-2980-312E-60AF-F360D16FB9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1290"/>
            <a:ext cx="4654296" cy="373989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00244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" y="6174463"/>
            <a:ext cx="5891134" cy="654839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D29E0058-93A2-5291-6ACA-A04308626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03035" y="5873424"/>
            <a:ext cx="1005840" cy="1005840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3F14EE-EFB3-D2DC-CEAA-621D666271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33E0DC-DE5C-286F-36BD-6985F4A6C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07AF81-9CDB-689F-CE00-62257104E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70B1373-40A5-190F-BE9F-8FC310F7B0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59632"/>
            <a:ext cx="9683496" cy="3776472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16880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54E7A70C-B49B-5779-BA11-88AE4939E0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377355" y="83125"/>
            <a:ext cx="731520" cy="731520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8197F50-0DC4-261A-813C-264E7361D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2184032"/>
            <a:ext cx="8074152" cy="4718304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29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82296"/>
            <a:ext cx="8139659" cy="1554480"/>
          </a:xfrm>
        </p:spPr>
        <p:txBody>
          <a:bodyPr anchor="t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-1" y="1896472"/>
            <a:ext cx="8139660" cy="3557904"/>
          </a:xfrm>
        </p:spPr>
        <p:txBody>
          <a:bodyPr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75C8E38-E957-9E3C-9A05-717C0F009AB9}"/>
              </a:ext>
            </a:extLst>
          </p:cNvPr>
          <p:cNvSpPr/>
          <p:nvPr/>
        </p:nvSpPr>
        <p:spPr>
          <a:xfrm>
            <a:off x="8552512" y="3218512"/>
            <a:ext cx="3557904" cy="3557904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01E193C2-09EC-BB41-5A34-007D34EB8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46115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6396" y="621792"/>
            <a:ext cx="5386715" cy="1816898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590664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90488" y="110364"/>
            <a:ext cx="5349239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2740228"/>
            <a:ext cx="5906642" cy="4096512"/>
          </a:xfrm>
        </p:spPr>
        <p:txBody>
          <a:bodyPr anchor="b">
            <a:normAutofit/>
          </a:bodyPr>
          <a:lstStyle>
            <a:lvl1pPr marL="342900" indent="-342900">
              <a:buFont typeface="+mj-lt"/>
              <a:buAutoNum type="arabicPeriod"/>
              <a:defRPr sz="1400"/>
            </a:lvl1pPr>
            <a:lvl2pPr marL="571500" indent="-342900">
              <a:buFont typeface="+mj-lt"/>
              <a:buAutoNum type="arabicPeriod"/>
              <a:defRPr sz="1400"/>
            </a:lvl2pPr>
            <a:lvl3pPr marL="800100" indent="-342900">
              <a:buFont typeface="+mj-lt"/>
              <a:buAutoNum type="arabicPeriod"/>
              <a:defRPr sz="1400"/>
            </a:lvl3pPr>
            <a:lvl4pPr marL="1028700" indent="-342900">
              <a:buFont typeface="+mj-lt"/>
              <a:buAutoNum type="arabicPeriod"/>
              <a:defRPr sz="1400"/>
            </a:lvl4pPr>
            <a:lvl5pPr marL="1257300" indent="-342900">
              <a:buFont typeface="+mj-lt"/>
              <a:buAutoNum type="arabicPeriod"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71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0178B15-836F-D50E-D616-40C937324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645" y="987552"/>
            <a:ext cx="5366480" cy="4044508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83A196D4-110B-6911-7AF5-9149D3FFF8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536648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A8D9253F-93F3-9EB9-BFA6-49C9461DE0D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0701"/>
            <a:ext cx="2940449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94C6C96-D651-5D6B-830B-07E5A3542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190488" y="969264"/>
            <a:ext cx="5336753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6889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988979"/>
            <a:ext cx="3462878" cy="294241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A9910B-18FC-4A92-025A-A88AC7CD6B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2150" y="100701"/>
            <a:ext cx="34702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752728-D41A-655E-871F-F76147E0E9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7167" y="100701"/>
            <a:ext cx="2940449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EE07CC96-728B-298D-B2D6-54C4E9F0E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05731" y="100701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17167" y="967689"/>
            <a:ext cx="7217771" cy="52371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02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7D0064E-1F0E-2DDF-C6B5-9CE196C4B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5804" y="612140"/>
            <a:ext cx="6499655" cy="151961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804012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 lang="en-US" dirty="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D478DAE4-13AB-5772-07E6-B3264F1E314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04122" y="2457406"/>
            <a:ext cx="6441338" cy="3778977"/>
          </a:xfrm>
        </p:spPr>
        <p:txBody>
          <a:bodyPr anchor="t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04122" y="6452990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16252" y="6452989"/>
            <a:ext cx="42920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0846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DF6858-35EF-4C90-B3F5-339B7EF1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1793" y="621792"/>
            <a:ext cx="7252710" cy="1138769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72FCF01F-6AD4-FD29-865E-65BD55CF89D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09088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F9B8FC8-8820-A655-2A18-E8F8FC2C72D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1793" y="6492875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3" name="Date Placeholder 2">
            <a:extLst>
              <a:ext uri="{FF2B5EF4-FFF2-40B4-BE49-F238E27FC236}">
                <a16:creationId xmlns:a16="http://schemas.microsoft.com/office/drawing/2014/main" id="{A8C032E2-BBA3-EA74-8FE1-5AFC46A21AE1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23903" y="6492875"/>
            <a:ext cx="1596200" cy="365125"/>
          </a:xfrm>
        </p:spPr>
        <p:txBody>
          <a:bodyPr anchor="b"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2" name="Slide Number Placeholder 9">
            <a:extLst>
              <a:ext uri="{FF2B5EF4-FFF2-40B4-BE49-F238E27FC236}">
                <a16:creationId xmlns:a16="http://schemas.microsoft.com/office/drawing/2014/main" id="{D28087CA-07B9-D0D2-3AA7-C34B5C9645B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05296" y="6492875"/>
            <a:ext cx="42920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48227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5">
            <a:extLst>
              <a:ext uri="{FF2B5EF4-FFF2-40B4-BE49-F238E27FC236}">
                <a16:creationId xmlns:a16="http://schemas.microsoft.com/office/drawing/2014/main" id="{7A932ED1-5750-0D24-8D58-961B6F20FA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307" y="621792"/>
            <a:ext cx="7252710" cy="113876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01598DB3-17DB-7EDD-0F42-9866A753C2DD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69602" y="2115404"/>
            <a:ext cx="7225415" cy="421292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6C5AB1A9-786B-C92B-C6EA-63CE0AACFB1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68640" y="1"/>
            <a:ext cx="402336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2">
            <a:extLst>
              <a:ext uri="{FF2B5EF4-FFF2-40B4-BE49-F238E27FC236}">
                <a16:creationId xmlns:a16="http://schemas.microsoft.com/office/drawing/2014/main" id="{C6115057-015C-DC83-074A-D22D9E0B6CD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2307" y="6492875"/>
            <a:ext cx="1968375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1">
            <a:extLst>
              <a:ext uri="{FF2B5EF4-FFF2-40B4-BE49-F238E27FC236}">
                <a16:creationId xmlns:a16="http://schemas.microsoft.com/office/drawing/2014/main" id="{42028964-5597-F5F0-6AEA-C79255C9BCE9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5284417" y="6492875"/>
            <a:ext cx="1596200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6324527-5F82-8213-FFB9-A5E6BEB2314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365810" y="6492875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22378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15000-16D8-B5F1-E35B-BAE97B4E6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621793"/>
            <a:ext cx="5326684" cy="1507454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7">
            <a:extLst>
              <a:ext uri="{FF2B5EF4-FFF2-40B4-BE49-F238E27FC236}">
                <a16:creationId xmlns:a16="http://schemas.microsoft.com/office/drawing/2014/main" id="{B022A1E6-0A6D-9476-5034-0BDE3EE38B91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18616" y="2513110"/>
            <a:ext cx="5326683" cy="3568006"/>
          </a:xfrm>
        </p:spPr>
        <p:txBody>
          <a:bodyPr anchor="t" anchorCtr="0"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6B8D4096-4B0D-5226-C004-475A83BE8BFE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08842" y="0"/>
            <a:ext cx="5883158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917C8CF-AEBF-835D-4503-06A0208049F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8615" y="6450237"/>
            <a:ext cx="1968375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3662962-C2D0-E99D-BD6A-C97F4798F26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453953" y="6464979"/>
            <a:ext cx="42920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14540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98B87BE0-867D-AF74-02DD-6F5420BC6D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965" y="621792"/>
            <a:ext cx="4446871" cy="186762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7">
            <a:extLst>
              <a:ext uri="{FF2B5EF4-FFF2-40B4-BE49-F238E27FC236}">
                <a16:creationId xmlns:a16="http://schemas.microsoft.com/office/drawing/2014/main" id="{7B86FDEC-359F-20D5-12F6-5CBA3DC009E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3940" y="2890729"/>
            <a:ext cx="4449227" cy="3138438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FBEF9CB2-E8D7-8869-9B11-C58F1606DFE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363570" y="0"/>
            <a:ext cx="6828430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Footer Placeholder 8">
            <a:extLst>
              <a:ext uri="{FF2B5EF4-FFF2-40B4-BE49-F238E27FC236}">
                <a16:creationId xmlns:a16="http://schemas.microsoft.com/office/drawing/2014/main" id="{4784CE43-81E9-3B12-CB65-9B5FC6ECE9E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15618" y="6430476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1" name="Slide Number Placeholder 9">
            <a:extLst>
              <a:ext uri="{FF2B5EF4-FFF2-40B4-BE49-F238E27FC236}">
                <a16:creationId xmlns:a16="http://schemas.microsoft.com/office/drawing/2014/main" id="{779F1775-5104-9F86-4A61-07F914947CC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4563960" y="6430476"/>
            <a:ext cx="429207" cy="379867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528064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49733" y="621792"/>
            <a:ext cx="3884546" cy="2280501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74736F65-8A7D-D535-AAD0-31480F8AD31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260609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7521" y="3211512"/>
            <a:ext cx="3884547" cy="2743200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8">
            <a:extLst>
              <a:ext uri="{FF2B5EF4-FFF2-40B4-BE49-F238E27FC236}">
                <a16:creationId xmlns:a16="http://schemas.microsoft.com/office/drawing/2014/main" id="{C64245F1-97E2-FD23-26A5-03067F46469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49733" y="6456384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5" name="Slide Number Placeholder 9">
            <a:extLst>
              <a:ext uri="{FF2B5EF4-FFF2-40B4-BE49-F238E27FC236}">
                <a16:creationId xmlns:a16="http://schemas.microsoft.com/office/drawing/2014/main" id="{15E75D5B-F407-F4DD-192B-D56CF168CDA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4152" y="6456385"/>
            <a:ext cx="429207" cy="379867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6615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B686070-85E7-EB57-8965-F95F2692C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3608276"/>
            <a:ext cx="4428700" cy="2620587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29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4546533B-13A8-961D-BD05-8DE715F6340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68036" y="3579702"/>
            <a:ext cx="6298442" cy="262058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8">
            <a:extLst>
              <a:ext uri="{FF2B5EF4-FFF2-40B4-BE49-F238E27FC236}">
                <a16:creationId xmlns:a16="http://schemas.microsoft.com/office/drawing/2014/main" id="{9349FD65-108E-79AD-A9C8-91429963386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262666" y="6442872"/>
            <a:ext cx="1968375" cy="379867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2">
            <a:extLst>
              <a:ext uri="{FF2B5EF4-FFF2-40B4-BE49-F238E27FC236}">
                <a16:creationId xmlns:a16="http://schemas.microsoft.com/office/drawing/2014/main" id="{547B7542-C2BA-4322-9FF4-E2713B917492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7697040" y="6442872"/>
            <a:ext cx="2295997" cy="379867"/>
          </a:xfrm>
        </p:spPr>
        <p:txBody>
          <a:bodyPr anchor="b"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Slide Number Placeholder 9">
            <a:extLst>
              <a:ext uri="{FF2B5EF4-FFF2-40B4-BE49-F238E27FC236}">
                <a16:creationId xmlns:a16="http://schemas.microsoft.com/office/drawing/2014/main" id="{EB058DA4-9F6F-CC80-D1C5-728E096806C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37271" y="6442873"/>
            <a:ext cx="429207" cy="379867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25379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EB0F469B-7972-C862-3265-20EC44D74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1710"/>
            <a:ext cx="11032239" cy="111520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Picture Placeholder 10">
            <a:extLst>
              <a:ext uri="{FF2B5EF4-FFF2-40B4-BE49-F238E27FC236}">
                <a16:creationId xmlns:a16="http://schemas.microsoft.com/office/drawing/2014/main" id="{1A9091ED-65DB-CA4C-BC68-EC773138EFA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109181" y="2115403"/>
            <a:ext cx="5786651" cy="4671431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A3F07A79-5344-FA17-3625-1266EFAA87F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90488" y="2115403"/>
            <a:ext cx="5353815" cy="4110888"/>
          </a:xfrm>
        </p:spPr>
        <p:txBody>
          <a:bodyPr anchor="t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C0D704B-E4D2-B261-890F-35C54C94C6E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6177425" y="6428984"/>
            <a:ext cx="4467829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5932FFD-B632-F7EE-B653-9A621348C00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0926847" y="6421709"/>
            <a:ext cx="61745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05251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1348" y="644000"/>
            <a:ext cx="2594550" cy="1877132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6740" y="2899954"/>
            <a:ext cx="3610418" cy="3314046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02183" y="644000"/>
            <a:ext cx="7183078" cy="557000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E471EB04-B63C-4629-0688-E2CC8C576A5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 anchor="b"/>
          <a:lstStyle/>
          <a:p>
            <a:endParaRPr lang="en-IN"/>
          </a:p>
        </p:txBody>
      </p:sp>
      <p:sp>
        <p:nvSpPr>
          <p:cNvPr id="12" name="Date Placeholder 5">
            <a:extLst>
              <a:ext uri="{FF2B5EF4-FFF2-40B4-BE49-F238E27FC236}">
                <a16:creationId xmlns:a16="http://schemas.microsoft.com/office/drawing/2014/main" id="{A4924D77-E18C-D84A-F550-9B0188FEBF8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 anchor="b"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4" name="Slide Number Placeholder 8">
            <a:extLst>
              <a:ext uri="{FF2B5EF4-FFF2-40B4-BE49-F238E27FC236}">
                <a16:creationId xmlns:a16="http://schemas.microsoft.com/office/drawing/2014/main" id="{38B4B455-40D3-EF76-D860-2A6FFBF6983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38821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504688"/>
            <a:ext cx="5902657" cy="1353312"/>
          </a:xfrm>
        </p:spPr>
        <p:txBody>
          <a:bodyPr anchor="b"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54591" y="-156950"/>
            <a:ext cx="5957248" cy="4510586"/>
          </a:xfrm>
        </p:spPr>
        <p:txBody>
          <a:bodyPr anchor="t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 i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0101" y="5852160"/>
            <a:ext cx="1005840" cy="100584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94691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00584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96453" y="5852160"/>
            <a:ext cx="1005840" cy="1005840"/>
          </a:xfrm>
          <a:prstGeom prst="rect">
            <a:avLst/>
          </a:prstGeom>
        </p:spPr>
      </p:pic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6F777942-A24A-16CB-2115-A16E397BBB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91D0C3F1-69CA-2A45-33F7-9AF4B8FFEDB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8DB65802-3866-05DF-F96B-15A117F7C76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7470" y="1016759"/>
            <a:ext cx="10082693" cy="584124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0833208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83347" y="5852160"/>
            <a:ext cx="1005840" cy="10058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CA0FBB42-F049-CCA6-45E1-D60DC58A76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1" y="5899926"/>
            <a:ext cx="5902657" cy="958073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2B5E50A9-B175-CA38-A22A-468AE7533B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-18288" y="95534"/>
            <a:ext cx="8961120" cy="4476466"/>
          </a:xfrm>
        </p:spPr>
        <p:txBody>
          <a:bodyPr anchor="t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8" name="Slide Number Placeholder 9">
            <a:extLst>
              <a:ext uri="{FF2B5EF4-FFF2-40B4-BE49-F238E27FC236}">
                <a16:creationId xmlns:a16="http://schemas.microsoft.com/office/drawing/2014/main" id="{84D7E47A-F89A-8F43-C300-185AD1461C0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762793" y="110364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CA01B7F-0CDC-9F0A-6B3B-A87674D14D6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6193030" y="6392564"/>
            <a:ext cx="3104866" cy="365125"/>
          </a:xfrm>
        </p:spPr>
        <p:txBody>
          <a:bodyPr anchor="b"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6822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2A74F0-5415-CAD7-98B3-4A75913F44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987552"/>
            <a:ext cx="3465576" cy="29443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51E178-0505-15CE-6ACB-7BE1FB1E5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3" y="110364"/>
            <a:ext cx="347472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82246E-2BFA-5BAA-F22D-A2618C05A0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315968" y="104576"/>
            <a:ext cx="4836883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4BA02B-433E-FB95-6E96-11393CDBD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F74B4B98-ABA0-9FD3-485A-984EDEEB4469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315966" y="987552"/>
            <a:ext cx="7446825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9">
            <a:extLst>
              <a:ext uri="{FF2B5EF4-FFF2-40B4-BE49-F238E27FC236}">
                <a16:creationId xmlns:a16="http://schemas.microsoft.com/office/drawing/2014/main" id="{3822067E-4B47-03C7-3636-0C6F8324E1E9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315967" y="3931920"/>
            <a:ext cx="7446824" cy="25603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496993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F29C1-2D4D-0529-EAD3-926838F41B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2064" y="630936"/>
            <a:ext cx="11018520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A6A1D5A-FFC5-5F10-90D2-A3FBCC312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1036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1BD63D-FC9C-D946-5560-869AEDE315E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190488" y="104576"/>
            <a:ext cx="4836883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2EF08D-93E2-AF7A-F559-DDB0B35B8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48CB9E0-8B46-6608-0C37-7C5ABA9B47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0352" y="2286000"/>
            <a:ext cx="518464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Content Placeholder 5">
            <a:extLst>
              <a:ext uri="{FF2B5EF4-FFF2-40B4-BE49-F238E27FC236}">
                <a16:creationId xmlns:a16="http://schemas.microsoft.com/office/drawing/2014/main" id="{C2C05A59-CCEE-1225-7022-B1DA682C7041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530351" y="2980943"/>
            <a:ext cx="5183188" cy="35861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6471C19-5F51-6595-B72A-4BFC1E553D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90488" y="2286000"/>
            <a:ext cx="5183188" cy="534033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1" name="Content Placeholder 11">
            <a:extLst>
              <a:ext uri="{FF2B5EF4-FFF2-40B4-BE49-F238E27FC236}">
                <a16:creationId xmlns:a16="http://schemas.microsoft.com/office/drawing/2014/main" id="{0AB20C10-A144-EF5E-8276-7E736CE875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6190488" y="2980944"/>
            <a:ext cx="5183188" cy="35861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226641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6D1F904E-1F4C-373E-2E2B-D7478F70F1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920" y="644663"/>
            <a:ext cx="11045952" cy="10883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0352" y="109728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231928" y="110364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5155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AD1B27E-1142-7BB8-1DE8-D31FA8AA8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100701"/>
            <a:ext cx="5898630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900E2BC-FCC7-E994-4648-A42CDE51861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0" y="100701"/>
            <a:ext cx="5332001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9E211A59-CFA8-A0B1-4A4C-E446F9072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100701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07703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26" y="655093"/>
            <a:ext cx="10982409" cy="1528549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926" y="2497540"/>
            <a:ext cx="10982409" cy="3384645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D7A9B30-35AB-D437-5276-473CFE5169D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45926" y="6438284"/>
            <a:ext cx="5276852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0D033E8C-C8B6-A9F1-6B99-0610AEC435CB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190488" y="6432496"/>
            <a:ext cx="2544079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9C00759-43C5-D4A5-6597-C9F31C4DA2AA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099128" y="6438284"/>
            <a:ext cx="429207" cy="365125"/>
          </a:xfrm>
        </p:spPr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5485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615" y="2883090"/>
            <a:ext cx="7741851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C9D34928-44CA-ACCE-36AD-37689020A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6906" y="100701"/>
            <a:ext cx="536172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8" name="Date Placeholder 3">
            <a:extLst>
              <a:ext uri="{FF2B5EF4-FFF2-40B4-BE49-F238E27FC236}">
                <a16:creationId xmlns:a16="http://schemas.microsoft.com/office/drawing/2014/main" id="{B6F43E62-A9B0-571B-E3BD-354206A884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17921" y="100701"/>
            <a:ext cx="2526030" cy="365125"/>
          </a:xfrm>
        </p:spPr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6905" y="4922111"/>
            <a:ext cx="7741850" cy="1279615"/>
          </a:xfrm>
        </p:spPr>
        <p:txBody>
          <a:bodyPr anchor="t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62793" y="6392174"/>
            <a:ext cx="429207" cy="365125"/>
          </a:xfrm>
        </p:spPr>
        <p:txBody>
          <a:bodyPr anchor="b"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D3CF16D9-01F3-6CE6-7291-C344E099BBD0}"/>
              </a:ext>
            </a:extLst>
          </p:cNvPr>
          <p:cNvSpPr/>
          <p:nvPr/>
        </p:nvSpPr>
        <p:spPr>
          <a:xfrm>
            <a:off x="8454179" y="100701"/>
            <a:ext cx="3557904" cy="3557904"/>
          </a:xfrm>
          <a:prstGeom prst="ellipse">
            <a:avLst/>
          </a:prstGeom>
          <a:noFill/>
          <a:ln w="158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8983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039B-CE4C-D513-BCD0-FCEDFC61CA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8C6B3B-DC8B-2845-CFBD-69368A846F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8259A8-A6AF-7E64-EF9D-6AE3FE7BD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A2F30-A2CB-1D43-1A5A-980B4410D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C09B57-3380-C468-39B0-424BEE063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44405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6185-0F1D-4FE7-16FD-C78D76C65F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5BD1415-B66F-9092-B943-0E712C03A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FC71D-1FAD-FD84-2E26-15453274A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64F77-BFD5-3904-6B6E-43272BA117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71FEF-9637-D625-DA90-721782F6D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3390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8288" y="644663"/>
            <a:ext cx="12001592" cy="10883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190488" y="104576"/>
            <a:ext cx="483688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5BF128D4-A4F7-4F5B-A409-0CB2AE17C47B}" type="datetimeFigureOut">
              <a:rPr lang="en-IN" smtClean="0"/>
              <a:t>02-10-2026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501" y="110364"/>
            <a:ext cx="5276852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62792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rtl="0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9F8CFACD-A9D2-4EE5-BDF9-3F34BD3BDD69}" type="slidenum">
              <a:rPr lang="en-IN" smtClean="0"/>
              <a:t>‹#›</a:t>
            </a:fld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1907521"/>
            <a:ext cx="12001592" cy="48401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13932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9122F6-38D7-4FD1-C744-4E96F36035E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11086"/>
            <a:ext cx="9144000" cy="2387600"/>
          </a:xfrm>
        </p:spPr>
        <p:txBody>
          <a:bodyPr/>
          <a:lstStyle/>
          <a:p>
            <a:r>
              <a:rPr lang="en-US" dirty="0"/>
              <a:t>STUDY PLAN OPTIMIZER</a:t>
            </a:r>
            <a:endParaRPr lang="en-IN" dirty="0"/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91859E36-0524-19D0-91FD-7D92E6D983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0" y="3429000"/>
            <a:ext cx="5801032" cy="3314616"/>
          </a:xfrm>
        </p:spPr>
        <p:txBody>
          <a:bodyPr>
            <a:normAutofit lnSpcReduction="10000"/>
          </a:bodyPr>
          <a:lstStyle/>
          <a:p>
            <a:endParaRPr lang="en-US" sz="3200" b="1" u="sng" dirty="0"/>
          </a:p>
          <a:p>
            <a:r>
              <a:rPr lang="en-US" sz="3200" b="1" u="sng" dirty="0"/>
              <a:t>PRESENTED BY: </a:t>
            </a:r>
          </a:p>
          <a:p>
            <a:endParaRPr lang="en-US" sz="3200" b="1" u="sng" dirty="0"/>
          </a:p>
          <a:p>
            <a:r>
              <a:rPr lang="en-US" dirty="0"/>
              <a:t>NIRANJAN :25MVCSDR0459</a:t>
            </a:r>
          </a:p>
          <a:p>
            <a:r>
              <a:rPr lang="en-US" dirty="0"/>
              <a:t>RAHUL :  25MVCSDR0460</a:t>
            </a:r>
          </a:p>
          <a:p>
            <a:r>
              <a:rPr lang="en-US" dirty="0"/>
              <a:t>SHIRISHA : 25MVCSDR0461</a:t>
            </a:r>
          </a:p>
          <a:p>
            <a:r>
              <a:rPr lang="en-US" dirty="0"/>
              <a:t>SRISHANTH : 25MVCSDR0462</a:t>
            </a:r>
          </a:p>
          <a:p>
            <a:r>
              <a:rPr lang="en-US" dirty="0"/>
              <a:t>                      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5E8810-43A6-B21C-11FA-1DD513046B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2" y="340698"/>
            <a:ext cx="10235381" cy="15633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38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071F52-EE89-6146-5288-2E33F66A6D17}"/>
              </a:ext>
            </a:extLst>
          </p:cNvPr>
          <p:cNvSpPr txBox="1"/>
          <p:nvPr/>
        </p:nvSpPr>
        <p:spPr>
          <a:xfrm>
            <a:off x="255639" y="226142"/>
            <a:ext cx="11439055" cy="58785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Introduction</a:t>
            </a:r>
          </a:p>
          <a:p>
            <a:pPr>
              <a:buNone/>
            </a:pPr>
            <a:endParaRPr lang="en-IN" sz="32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A Study Plan Optimizer helps students organize their study time effectively.</a:t>
            </a:r>
          </a:p>
          <a:p>
            <a:pPr lvl="0"/>
            <a:r>
              <a:rPr lang="en-IN" sz="2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It creates a balanced schedule based on subjects, available time, and priorities.</a:t>
            </a:r>
          </a:p>
          <a:p>
            <a:pPr lvl="0"/>
            <a:r>
              <a:rPr lang="en-IN" sz="28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It helps to avoid last-minute preparation and reduces stress.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It encourages regular study and better time management.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The main goal is to improve learning and academic performance</a:t>
            </a:r>
            <a:r>
              <a:rPr lang="en-IN" sz="3200" dirty="0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3065548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F618FBA-D241-F015-5E4A-519DD0054646}"/>
              </a:ext>
            </a:extLst>
          </p:cNvPr>
          <p:cNvSpPr txBox="1"/>
          <p:nvPr/>
        </p:nvSpPr>
        <p:spPr>
          <a:xfrm>
            <a:off x="432619" y="344129"/>
            <a:ext cx="11021444" cy="63094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200" b="1" dirty="0"/>
              <a:t>Key Features</a:t>
            </a:r>
          </a:p>
          <a:p>
            <a:pPr>
              <a:buNone/>
            </a:pPr>
            <a:endParaRPr lang="en-IN" sz="3200" b="1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Time Management:</a:t>
            </a:r>
            <a:r>
              <a:rPr lang="en-IN" sz="2800" dirty="0"/>
              <a:t> Allocates proper time for each subject.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Priority Setting:</a:t>
            </a:r>
            <a:r>
              <a:rPr lang="en-IN" sz="2800" dirty="0"/>
              <a:t> Gives more time to difficult or important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dirty="0"/>
              <a:t> topics.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Daily Schedule:</a:t>
            </a:r>
            <a:r>
              <a:rPr lang="en-IN" sz="2800" dirty="0"/>
              <a:t> Creates a clear day-wise study timetable.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Break Management:</a:t>
            </a:r>
            <a:r>
              <a:rPr lang="en-IN" sz="2800" dirty="0"/>
              <a:t> Includes short breaks to maintain concentration.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800" b="1" dirty="0"/>
              <a:t>Progress Tracking:</a:t>
            </a:r>
            <a:r>
              <a:rPr lang="en-IN" sz="2800" dirty="0"/>
              <a:t> Helps monitor completed topics and pending </a:t>
            </a:r>
            <a:r>
              <a:rPr lang="en-IN" sz="3200" dirty="0"/>
              <a:t>work.</a:t>
            </a:r>
          </a:p>
        </p:txBody>
      </p:sp>
    </p:spTree>
    <p:extLst>
      <p:ext uri="{BB962C8B-B14F-4D97-AF65-F5344CB8AC3E}">
        <p14:creationId xmlns:p14="http://schemas.microsoft.com/office/powerpoint/2010/main" val="13726973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7AC4F-F14C-9AA5-9FDC-8C3DD18A968A}"/>
              </a:ext>
            </a:extLst>
          </p:cNvPr>
          <p:cNvSpPr txBox="1"/>
          <p:nvPr/>
        </p:nvSpPr>
        <p:spPr>
          <a:xfrm>
            <a:off x="658761" y="-314631"/>
            <a:ext cx="10747176" cy="65556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/>
            <a:r>
              <a:rPr lang="en-IN" sz="2800" dirty="0"/>
              <a:t> </a:t>
            </a:r>
          </a:p>
          <a:p>
            <a:pPr>
              <a:buNone/>
            </a:pPr>
            <a:r>
              <a:rPr lang="en-IN" sz="2800" b="1" dirty="0"/>
              <a:t>: How It Works</a:t>
            </a:r>
          </a:p>
          <a:p>
            <a:pPr>
              <a:buNone/>
            </a:pPr>
            <a:endParaRPr lang="en-IN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Identify difficult and important topics.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Enter available study hours.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Set priorities and deadlines.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Follow the schedule and track progress. 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Modify the plan when necessary. </a:t>
            </a:r>
          </a:p>
          <a:p>
            <a:pPr>
              <a:buNone/>
            </a:pPr>
            <a:r>
              <a:rPr lang="en-IN" sz="2800" b="1" dirty="0"/>
              <a:t>Example:</a:t>
            </a:r>
          </a:p>
          <a:p>
            <a:pPr>
              <a:buNone/>
            </a:pPr>
            <a:endParaRPr lang="en-IN" sz="2800" b="1" dirty="0"/>
          </a:p>
          <a:p>
            <a:pPr marL="342900" lvl="0" indent="-342900">
              <a:buFont typeface="+mj-lt"/>
              <a:buAutoNum type="arabicPeriod"/>
            </a:pPr>
            <a:r>
              <a:rPr lang="en-IN" sz="2800" dirty="0"/>
              <a:t>List all subjects and topics.</a:t>
            </a:r>
            <a:br>
              <a:rPr lang="en-IN" sz="2800" dirty="0"/>
            </a:br>
            <a:r>
              <a:rPr lang="en-IN" sz="2800" dirty="0"/>
              <a:t>📚 Mathematics – 2 hrs</a:t>
            </a:r>
            <a:br>
              <a:rPr lang="en-IN" sz="2800" dirty="0"/>
            </a:br>
            <a:r>
              <a:rPr lang="en-IN" sz="2800" dirty="0"/>
              <a:t>💻 Python – 1.5 hrs</a:t>
            </a:r>
            <a:br>
              <a:rPr lang="en-IN" sz="2800" dirty="0"/>
            </a:br>
            <a:r>
              <a:rPr lang="en-IN" sz="2800" dirty="0"/>
              <a:t>🌐 Web Development – 1 hr</a:t>
            </a:r>
            <a:br>
              <a:rPr lang="en-IN" sz="2800" dirty="0"/>
            </a:br>
            <a:r>
              <a:rPr lang="en-IN" sz="2800" dirty="0"/>
              <a:t>📝 Revision – 30 mins</a:t>
            </a:r>
          </a:p>
        </p:txBody>
      </p:sp>
    </p:spTree>
    <p:extLst>
      <p:ext uri="{BB962C8B-B14F-4D97-AF65-F5344CB8AC3E}">
        <p14:creationId xmlns:p14="http://schemas.microsoft.com/office/powerpoint/2010/main" val="2020053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ECA834-372C-88C4-D606-401A19B50331}"/>
              </a:ext>
            </a:extLst>
          </p:cNvPr>
          <p:cNvSpPr txBox="1"/>
          <p:nvPr/>
        </p:nvSpPr>
        <p:spPr>
          <a:xfrm>
            <a:off x="255639" y="131943"/>
            <a:ext cx="11175135" cy="70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l" rtl="0">
              <a:lnSpc>
                <a:spcPct val="100000"/>
              </a:lnSpc>
              <a:spcAft>
                <a:spcPts val="263"/>
              </a:spcAft>
              <a:buNone/>
            </a:pPr>
            <a:r>
              <a:rPr lang="en-IN" sz="2800" b="1" dirty="0">
                <a:solidFill>
                  <a:schemeClr val="tx1"/>
                </a:solidFill>
                <a:effectLst/>
                <a:latin typeface="+mn-lt"/>
              </a:rPr>
              <a:t> Benefits &amp; Conclusion</a:t>
            </a:r>
          </a:p>
          <a:p>
            <a:pPr marL="0" marR="0" algn="l" rtl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tx1"/>
                </a:solidFill>
                <a:effectLst/>
                <a:latin typeface="+mn-lt"/>
              </a:rPr>
              <a:t>Benefits:</a:t>
            </a:r>
            <a:endParaRPr lang="en-IN" sz="28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Saves time</a:t>
            </a: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Improves concentration</a:t>
            </a: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Reduces exam stress</a:t>
            </a: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Helps complete the syllabus on time</a:t>
            </a: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Builds regular study habits</a:t>
            </a:r>
          </a:p>
          <a:p>
            <a:pPr marL="0" marR="0" lvl="0" indent="-342900" algn="l" rtl="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Improves productivity</a:t>
            </a:r>
          </a:p>
          <a:p>
            <a:pPr marR="0" lvl="0" algn="l" rtl="0">
              <a:lnSpc>
                <a:spcPct val="100000"/>
              </a:lnSpc>
            </a:pPr>
            <a:endParaRPr lang="en-IN" sz="2800" dirty="0">
              <a:solidFill>
                <a:schemeClr val="tx1"/>
              </a:solidFill>
              <a:effectLst/>
              <a:latin typeface="+mn-lt"/>
            </a:endParaRPr>
          </a:p>
          <a:p>
            <a:pPr marL="0" marR="0" algn="l" rtl="0">
              <a:lnSpc>
                <a:spcPct val="100000"/>
              </a:lnSpc>
              <a:buNone/>
            </a:pPr>
            <a:r>
              <a:rPr lang="en-IN" sz="2800" b="1" dirty="0">
                <a:solidFill>
                  <a:schemeClr val="tx1"/>
                </a:solidFill>
                <a:effectLst/>
                <a:latin typeface="+mn-lt"/>
              </a:rPr>
              <a:t>Conclusion:</a:t>
            </a:r>
            <a:br>
              <a:rPr lang="en-IN" sz="2800" dirty="0">
                <a:solidFill>
                  <a:schemeClr val="tx1"/>
                </a:solidFill>
                <a:effectLst/>
                <a:latin typeface="+mn-lt"/>
              </a:rPr>
            </a:br>
            <a:r>
              <a:rPr lang="en-IN" sz="2800" dirty="0">
                <a:solidFill>
                  <a:schemeClr val="tx1"/>
                </a:solidFill>
                <a:effectLst/>
                <a:latin typeface="+mn-lt"/>
              </a:rPr>
              <a:t>A Study Plan Optimizer provides a systematic approach to studying. By planning tasks, setting priorities, and tracking progress, students can use their time efficiently and achieve their academic goals.</a:t>
            </a:r>
          </a:p>
          <a:p>
            <a:pPr>
              <a:buNone/>
            </a:pPr>
            <a:br>
              <a:rPr lang="en-IN" sz="2800" b="0" i="0" dirty="0">
                <a:solidFill>
                  <a:schemeClr val="tx1"/>
                </a:solidFill>
                <a:effectLst/>
                <a:latin typeface="+mn-lt"/>
              </a:rPr>
            </a:b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814797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C26044A5-BB70-7ABF-9329-2659426C952C}"/>
              </a:ext>
            </a:extLst>
          </p:cNvPr>
          <p:cNvSpPr txBox="1"/>
          <p:nvPr/>
        </p:nvSpPr>
        <p:spPr>
          <a:xfrm>
            <a:off x="363795" y="688258"/>
            <a:ext cx="73348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/>
              <a:t>ADVANTAGES &amp; CONCLUSION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28FFAED-192C-3C02-1EE2-49108FE8557E}"/>
              </a:ext>
            </a:extLst>
          </p:cNvPr>
          <p:cNvSpPr txBox="1"/>
          <p:nvPr/>
        </p:nvSpPr>
        <p:spPr>
          <a:xfrm>
            <a:off x="294968" y="1769806"/>
            <a:ext cx="1149390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dirty="0"/>
              <a:t>Advantages :saves planning time, handles  priorities, avoids wasted study hours.</a:t>
            </a:r>
          </a:p>
          <a:p>
            <a:endParaRPr lang="en-IN" sz="2800" dirty="0"/>
          </a:p>
          <a:p>
            <a:r>
              <a:rPr lang="en-IN" sz="2800" dirty="0"/>
              <a:t>Can be extended with dead lines, difficulty  levels, daily limits, and revision time.</a:t>
            </a:r>
          </a:p>
          <a:p>
            <a:endParaRPr lang="en-IN" sz="2800" dirty="0"/>
          </a:p>
          <a:p>
            <a:r>
              <a:rPr lang="en-IN" sz="2800" dirty="0"/>
              <a:t>Conclusion : Study Plan Optimizer converts limited study time into a structured, benefit-focused schedule</a:t>
            </a:r>
            <a:r>
              <a:rPr lang="en-IN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1818848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3C221-5125-02F6-1A2E-73722120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5891" y="2268537"/>
            <a:ext cx="6745204" cy="2127000"/>
          </a:xfrm>
        </p:spPr>
        <p:txBody>
          <a:bodyPr>
            <a:normAutofit fontScale="90000"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894190704"/>
      </p:ext>
    </p:extLst>
  </p:cSld>
  <p:clrMapOvr>
    <a:masterClrMapping/>
  </p:clrMapOvr>
</p:sld>
</file>

<file path=ppt/theme/theme1.xml><?xml version="1.0" encoding="utf-8"?>
<a:theme xmlns:a="http://schemas.openxmlformats.org/drawingml/2006/main" name="Axis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xis" id="{2A75EA04-0AE5-4074-9538-7DA6C138DAE9}" vid="{E39B6906-D52F-4B95-B43C-27F512CB47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32</TotalTime>
  <Words>317</Words>
  <Application>Microsoft Office PowerPoint</Application>
  <PresentationFormat>Widescreen</PresentationFormat>
  <Paragraphs>61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Neue Haas Grotesk Text Pro</vt:lpstr>
      <vt:lpstr>Axis</vt:lpstr>
      <vt:lpstr>STUDY PLAN OPTIMIZER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LAVANYA N LAVANYA</dc:creator>
  <cp:lastModifiedBy>Chenagani Shirisha</cp:lastModifiedBy>
  <cp:revision>2</cp:revision>
  <dcterms:created xsi:type="dcterms:W3CDTF">2026-10-02T14:38:00Z</dcterms:created>
  <dcterms:modified xsi:type="dcterms:W3CDTF">2026-10-02T16:07:18Z</dcterms:modified>
</cp:coreProperties>
</file>